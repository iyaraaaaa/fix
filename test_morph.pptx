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ransition xmlns:p14="http://schemas.microsoft.com/office/powerpoint/2010/main" spd="med">
    <p14:morph option="byObjec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